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Playfair Display Semi-Bold" charset="1" panose="00000000000000000000"/>
      <p:regular r:id="rId10"/>
    </p:embeddedFont>
    <p:embeddedFont>
      <p:font typeface="Raleway" charset="1" panose="00000000000000000000"/>
      <p:regular r:id="rId11"/>
    </p:embeddedFont>
    <p:embeddedFont>
      <p:font typeface="Raleway Bold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5075" y="2059694"/>
            <a:ext cx="14997850" cy="310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98"/>
              </a:lnSpc>
            </a:pPr>
            <a:r>
              <a:rPr lang="en-US" b="true" sz="13762" spc="-1156">
                <a:solidFill>
                  <a:srgbClr val="66503E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NicaTrade International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01367" y="5597463"/>
            <a:ext cx="6485266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Operación de importación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01367" y="6715063"/>
            <a:ext cx="6485266" cy="61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México → Nicaragua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1367" y="7778687"/>
            <a:ext cx="6485266" cy="1057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Integrante: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Avril Alejandra Meza Mayorga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67675" y="0"/>
            <a:ext cx="6320325" cy="10287000"/>
            <a:chOff x="0" y="0"/>
            <a:chExt cx="166461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61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4612">
                  <a:moveTo>
                    <a:pt x="0" y="0"/>
                  </a:moveTo>
                  <a:lnTo>
                    <a:pt x="1664612" y="0"/>
                  </a:lnTo>
                  <a:lnTo>
                    <a:pt x="166461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C39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4612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1653431"/>
            <a:ext cx="6980138" cy="698013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9159" t="0" r="-1121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901081"/>
            <a:ext cx="6758774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50"/>
              </a:lnSpc>
            </a:pPr>
            <a:r>
              <a:rPr lang="en-US" b="true" sz="7500" spc="-517">
                <a:solidFill>
                  <a:srgbClr val="66503E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Empresa y </a:t>
            </a:r>
          </a:p>
          <a:p>
            <a:pPr algn="just" marL="0" indent="0" lvl="0">
              <a:lnSpc>
                <a:spcPts val="6450"/>
              </a:lnSpc>
            </a:pPr>
            <a:r>
              <a:rPr lang="en-US" b="true" sz="7500" spc="-517">
                <a:solidFill>
                  <a:srgbClr val="66503E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Operación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205767"/>
            <a:ext cx="6032718" cy="481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NicaTra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de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nal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s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mp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es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 ni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caragüen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se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cada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a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imp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ort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ación y exp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orta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ción d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 pr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od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cto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s 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limenti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s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p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ro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ucto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s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ns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umo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ac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di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f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er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entes me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dos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tro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méri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Or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n: México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Des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ino: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ic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arag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Tipo: 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por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ación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In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ernac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ona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ro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du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to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Alim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nto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,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lim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za, hogar, ofici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a,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te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cnología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s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a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es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or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ios.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4727" y="2154784"/>
            <a:ext cx="717617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50"/>
              </a:lnSpc>
              <a:spcBef>
                <a:spcPct val="0"/>
              </a:spcBef>
            </a:pPr>
            <a:r>
              <a:rPr lang="en-US" b="true" sz="7500" spc="-517" strike="noStrike" u="none">
                <a:solidFill>
                  <a:srgbClr val="66503E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RESULTADOS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1154" y="4378188"/>
            <a:ext cx="6263320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Importe Total:</a:t>
            </a: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El importe total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es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$40,359.</a:t>
            </a:r>
          </a:p>
          <a:p>
            <a:pPr algn="ctr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Produ</a:t>
            </a: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c</a:t>
            </a: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to con mayo</a:t>
            </a: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i</a:t>
            </a: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mport</a:t>
            </a: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e</a:t>
            </a: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:</a:t>
            </a: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El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producto con mayo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port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so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las Mochilas</a:t>
            </a:r>
          </a:p>
          <a:p>
            <a:pPr algn="ctr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Pr</a:t>
            </a: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e</a:t>
            </a:r>
            <a:r>
              <a:rPr lang="en-US" b="true" sz="2499" strike="noStrike" u="none">
                <a:solidFill>
                  <a:srgbClr val="66503E"/>
                </a:solidFill>
                <a:latin typeface="Raleway Bold"/>
                <a:ea typeface="Raleway Bold"/>
                <a:cs typeface="Raleway Bold"/>
                <a:sym typeface="Raleway Bold"/>
              </a:rPr>
              <a:t>cio promedio:</a:t>
            </a:r>
          </a:p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l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ec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pro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edi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e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499" strike="noStrike" u="none">
                <a:solidFill>
                  <a:srgbClr val="66503E"/>
                </a:solidFill>
                <a:latin typeface="Raleway"/>
                <a:ea typeface="Raleway"/>
                <a:cs typeface="Raleway"/>
                <a:sym typeface="Raleway"/>
              </a:rPr>
              <a:t> 7.74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845698" y="922192"/>
            <a:ext cx="7603349" cy="8442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49849" y="1573909"/>
            <a:ext cx="13188303" cy="7139182"/>
            <a:chOff x="0" y="0"/>
            <a:chExt cx="3473462" cy="18802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3462" cy="1880278"/>
            </a:xfrm>
            <a:custGeom>
              <a:avLst/>
              <a:gdLst/>
              <a:ahLst/>
              <a:cxnLst/>
              <a:rect r="r" b="b" t="t" l="l"/>
              <a:pathLst>
                <a:path h="1880278" w="3473462">
                  <a:moveTo>
                    <a:pt x="0" y="0"/>
                  </a:moveTo>
                  <a:lnTo>
                    <a:pt x="3473462" y="0"/>
                  </a:lnTo>
                  <a:lnTo>
                    <a:pt x="3473462" y="1880278"/>
                  </a:lnTo>
                  <a:lnTo>
                    <a:pt x="0" y="1880278"/>
                  </a:lnTo>
                  <a:close/>
                </a:path>
              </a:pathLst>
            </a:custGeom>
            <a:solidFill>
              <a:srgbClr val="3C393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473462" cy="1937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13927" y="3715882"/>
            <a:ext cx="11860146" cy="460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sul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ado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pri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pa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: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info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mac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ó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oce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per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ó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oce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 valo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otal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 la ope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ón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y los p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od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os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qu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 repre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sen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mayor impor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Imp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or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tan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ci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 del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a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nálisis: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Analizar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ac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ili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to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de dec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is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iones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nt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 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z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Op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ació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co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cia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l.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Imp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or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tan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cia 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gest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ion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digi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lmente 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la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in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forma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ci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ó</a:t>
            </a:r>
            <a:r>
              <a:rPr lang="en-US" b="true" sz="2400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n: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de he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rram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c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omo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el, Wo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d,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Pow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Poi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nt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y G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oo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gle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Driv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rm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it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analiza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, com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co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mp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formac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ón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pre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sar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 de 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2400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anera integrada.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93722" y="2225228"/>
            <a:ext cx="850055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50"/>
              </a:lnSpc>
              <a:spcBef>
                <a:spcPct val="0"/>
              </a:spcBef>
            </a:pPr>
            <a:r>
              <a:rPr lang="en-US" b="true" sz="7500" spc="-517" strike="noStrike" u="none">
                <a:solidFill>
                  <a:srgbClr val="FFFFFF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DAHV-2YMN7U</dc:identifier>
  <dcterms:modified xsi:type="dcterms:W3CDTF">2011-08-01T06:04:30Z</dcterms:modified>
  <cp:revision>1</cp:revision>
  <dc:title>Presentación - Proyecto - Diapositivas simples, minimalistas y modernas, color beige</dc:title>
</cp:coreProperties>
</file>